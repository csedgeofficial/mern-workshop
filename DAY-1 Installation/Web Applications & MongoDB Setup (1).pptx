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F8A9BD-DE1B-4393-840E-3187C29D3E98}">
  <a:tblStyle styleId="{EDF8A9BD-DE1B-4393-840E-3187C29D3E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7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9" Type="http://schemas.openxmlformats.org/officeDocument/2006/relationships/image" Target="../media/image14.png"/><Relationship Id="rId5" Type="http://schemas.openxmlformats.org/officeDocument/2006/relationships/image" Target="../media/image37.jp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36.png"/><Relationship Id="rId7" Type="http://schemas.openxmlformats.org/officeDocument/2006/relationships/image" Target="../media/image31.png"/><Relationship Id="rId8" Type="http://schemas.openxmlformats.org/officeDocument/2006/relationships/image" Target="../media/image3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50544" y="2139404"/>
            <a:ext cx="7290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Web Applications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MongoDB Setup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24137" y="3876526"/>
            <a:ext cx="694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Day 1: Understanding the Full Stack Journey &amp; Environment Setup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470796"/>
            <a:ext cx="952500" cy="57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670571" y="2322165"/>
            <a:ext cx="68508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Learning Goals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655665"/>
            <a:ext cx="9525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833687" y="3941415"/>
            <a:ext cx="6524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Mastering the fundamentals of MERN and Database Management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9350"/>
            <a:ext cx="3492549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9350"/>
            <a:ext cx="3492549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94225" y="34480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Web Architecture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038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Understand how Clients, Servers, and Databases interact in a modern web ecosystem.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524" y="34480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MongoDB Mastery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45074" y="4038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Setup MongoDB Atlas and use Compass for visual data exploration and management.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350824" y="3448050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Environment Setup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23374" y="40386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Install Node.js, VS Code, and launch your first React and Node projects.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7622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7622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7622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What You Will Learn Today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19675"/>
            <a:ext cx="52387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22288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Main Components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27813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Client (Browser):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Built with React (HTML/CSS/JS) to show UI.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6290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Server: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Handles logic and requests using Node.js &amp; Express.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44767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Stores persistent data like users via MongoDB.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289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6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243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How the Web Works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9425" y="1000125"/>
            <a:ext cx="4857751" cy="48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5578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Key Advantage: "JavaScript Everywhere" — One language for the entire stack.</a:t>
            </a:r>
            <a:endParaRPr/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571500" y="18049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{EDF8A9BD-DE1B-4393-840E-3187C29D3E98}</a:tableStyleId>
              </a:tblPr>
              <a:tblGrid>
                <a:gridCol w="1509575"/>
                <a:gridCol w="2140000"/>
                <a:gridCol w="7399425"/>
              </a:tblGrid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DD4B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DD4B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DD4B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 in the Stack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MongoDB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NoSQL Database to store application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Express.js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web framework for Node.js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 library for building User Interfaces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JavaScript runtime for building scalable servers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7"/>
          <p:cNvSpPr/>
          <p:nvPr/>
        </p:nvSpPr>
        <p:spPr>
          <a:xfrm>
            <a:off x="571500" y="3171825"/>
            <a:ext cx="15095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081063" y="3171825"/>
            <a:ext cx="21399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221063" y="3171825"/>
            <a:ext cx="73994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3867150"/>
            <a:ext cx="15095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081063" y="3867150"/>
            <a:ext cx="21399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221063" y="3867150"/>
            <a:ext cx="73994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562475"/>
            <a:ext cx="15095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081063" y="4562475"/>
            <a:ext cx="21399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221063" y="4562475"/>
            <a:ext cx="73994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5257800"/>
            <a:ext cx="15095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081063" y="5257800"/>
            <a:ext cx="21399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221063" y="5257800"/>
            <a:ext cx="739943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What is MERN Stack?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90812"/>
            <a:ext cx="52387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52500" y="2681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Sign up at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mongodb.com/atlas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using Google or Email.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3224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Create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Free Shared Cluster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(AWS Provider).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37671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Set up a Database User with a secure username and password.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4614862"/>
            <a:ext cx="4857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Whitelist your IP (use 0.0.0.0/0 for easy dev).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60832" y="308133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Why Cloud?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72275" y="36718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Atlas handles backups, scaling, and security automatically, letting you focus on code instead of server maintenance.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289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1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14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624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MongoDB Atlas Setup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Atlas Dashboard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3695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Atlas GUI provides a powerful overview of your database health and performance metrics in real-time.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17240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Clusters: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Manage your database servers.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52500" y="2266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Collections: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View and query your actual data.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28098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Manage users and network access.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905375"/>
            <a:ext cx="52387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381750" y="21526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Data Hierarchy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27432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MongoDB uses a flexible structure: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762750" y="3238500"/>
            <a:ext cx="4857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Container for collections (e.g., mern_app).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762750" y="3800475"/>
            <a:ext cx="4857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Collection: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Group of documents (e.g., users).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762750" y="43624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Document: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Individual records stored in JSON-like format.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Databases &amp; Collections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50" y="2011200"/>
            <a:ext cx="5547349" cy="36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21478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Visual Data Handling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7384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Compass is a GUI tool to manage your data locally without using the web dashboard.</a:t>
            </a:r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5">
            <a:alphaModFix/>
          </a:blip>
          <a:srcRect b="9123" l="0" r="0" t="9123"/>
          <a:stretch/>
        </p:blipFill>
        <p:spPr>
          <a:xfrm>
            <a:off x="6391275" y="1795462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952500" y="3538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Connect using your Atlas string.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52500" y="4081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Visual CRUD (Create, Read, Update, Delete).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52500" y="46243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Run complex filters and queries.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52500" y="51673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Analyze data schemas and performance.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29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72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1493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MongoDB Compass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1737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1737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1737"/>
            <a:ext cx="3492549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94225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Node.js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66775" y="40909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Download from nodejs.org.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Check version: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572524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VS Code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45074" y="40909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industry standard IDE. Install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ES7+ React Snippets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speed.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350824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Vite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423374" y="40909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build tool for React projects. Fast and lightweight.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8146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146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8146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Installing Required Tools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3209"/>
            <a:ext cx="5238750" cy="2691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83209"/>
            <a:ext cx="5238750" cy="2691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421409"/>
            <a:ext cx="4648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421409"/>
            <a:ext cx="46482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866775" y="2878484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React (App.jsx)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66775" y="4364384"/>
            <a:ext cx="4648200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Run using: npm run dev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677025" y="2878484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Node.js (server.js)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677025" y="4564409"/>
            <a:ext cx="4648200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Run using: node server.js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Hello World: React &amp; Node.js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this slide" id="249" name="Google Shape;24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2059"/>
            <a:ext cx="12192000" cy="6786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2819400" y="1884015"/>
            <a:ext cx="688086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819400" y="3827115"/>
            <a:ext cx="6553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Next: Diving deeper into React Components and Express Routing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